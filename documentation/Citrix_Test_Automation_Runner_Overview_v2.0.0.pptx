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Citrix Test Automation Runner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6642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Tool overview, button guide, how-to kit, and operational checklist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121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</a:rPr>
              <a:t>Version 2.0.0</a:t>
            </a:r>
            <a:endParaRPr lang="en-US" sz="1100" dirty="0"/>
          </a:p>
        </p:txBody>
      </p:sp>
      <p:pic>
        <p:nvPicPr>
          <p:cNvPr id="7" name="Image 0" descr="C:\Users\aryan.a\OneDrive - HCL TECHNOLOGIES LIMITED\Meetings\Documents\New project\documentation\assets\main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0"/>
            <a:ext cx="1088136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Tool Exists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Reliable evidence collection for Citrix desktop validation.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6362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Problem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8952" y="1874520"/>
            <a:ext cx="3099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Manual evidence capture is slow, repetitive, and easy to mislabel across silos.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56362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Solution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53712" y="1874520"/>
            <a:ext cx="3099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Automate test execution, screenshot capture, validation, logs, and report generation.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56362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Outcome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48472" y="1874520"/>
            <a:ext cx="3099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Faster runs, cleaner evidence, desktop-specific folders, and repeatable reporting.</a:t>
            </a:r>
            <a:endParaRPr lang="en-US" sz="950" dirty="0"/>
          </a:p>
        </p:txBody>
      </p:sp>
      <p:pic>
        <p:nvPicPr>
          <p:cNvPr id="14" name="Image 0" descr="C:\Users\aryan.a\OneDrive - HCL TECHNOLOGIES LIMITED\Meetings\Documents\New project\documentation\assets\automatio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017520"/>
            <a:ext cx="10789920" cy="2834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UI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control areas make the runner easy to operate and monitor.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aryan.a\OneDrive - HCL TECHNOLOGIES LIMITED\Meetings\Documents\New project\documentation\assets\main_ui_annot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11155680" cy="5349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Setup And Evidence Root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desktop name controls where automation runs; the evidence root controls where outputs go.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aryan.a\OneDrive - HCL TECHNOLOGIES LIMITED\Meetings\Documents\New project\documentation\assets\desktop_config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640080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417320"/>
            <a:ext cx="4114800" cy="1609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exact Citrix Desktop Viewer title.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Dropdown stores recent desktop names for faster daily runs.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Evidence Root when outputs should go to Downloads or another approved folder.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Schedule only when all target Citrix sessions can remain logged 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3232" y="31546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330098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Best Practice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" y="3611880"/>
            <a:ext cx="2916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Copy the desktop title directly from the Citrix window. A mismatch can cause automation to run locally.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31546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16552" y="330098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Evidence Root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16552" y="3611880"/>
            <a:ext cx="2916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Default is under Documents. Every desktop gets its own folder.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90688" y="31546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330098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Schedule Caveat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955280" y="3611880"/>
            <a:ext cx="2916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Scheduled testing is only reliable when other sessions do not time out or require QR login.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Controls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smallest run scope that solves the task.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aryan.a\OneDrive - HCL TECHNOLOGIES LIMITED\Meetings\Documents\New project\documentation\assets\suite_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676656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170432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99832" y="1316736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Complete Testing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99832" y="162763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Runs mandatory, conditional Silo 43, shakedown, IAT, and post-complete checks.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35240" y="2148840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9832" y="2295144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Mandatory / Shakedown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99832" y="260604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Run focused suites when only one phase is needed.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635240" y="3127248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99832" y="3273552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Pause / Skip / Stop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99832" y="3584448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Cooperative controls for long-running automation.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31520" y="425196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173C4"/>
          </a:solidFill>
          <a:ln w="12700">
            <a:solidFill>
              <a:srgbClr val="1173C4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3251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Primary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783080" y="42519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83080" y="432511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Secondary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063240" y="425196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63240" y="432511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Muted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069080" y="425196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9080" y="432511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Danger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31520" y="4800600"/>
            <a:ext cx="987552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All and Run Selected are primary.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Evidence and Build Doc are support actions.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should be used only when you intentionally abort the run.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Testcases And Recovery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selected runs and recovery instead of repeating a full suite unnecessarily.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aryan.a\OneDrive - HCL TECHNOLOGIES LIMITED\Meetings\Documents\New project\documentation\assets\testcase_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6903720" cy="1417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2971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311810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Preview Evidence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96112" y="3429000"/>
            <a:ext cx="3054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Review latest screenshots and manifest entries directly inside the app.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9120" y="2971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53712" y="311810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Recovery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53712" y="3429000"/>
            <a:ext cx="3054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Focus on failed/manual items and rerun the exact testcase.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46720" y="2971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1312" y="311810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Run Selected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11312" y="3429000"/>
            <a:ext cx="3054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Run a custom mix from mandatory, shakedown, IAT, and Silo 43 sections.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7240" y="4709160"/>
            <a:ext cx="1060704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Standalone testcase buttons keep their existing behavior.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Grouped Complete Testing optimizations do not change individual testcase runs.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correcting a failed item, rebuild/download the Word report.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Monitor And Logs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and logs stay visible while long-running automation executes.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aryan.a\OneDrive - HCL TECHNOLOGIES LIMITED\Meetings\Documents\New project\documentation\assets\run_monitor_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34440"/>
            <a:ext cx="4023360" cy="5440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6360" y="1554480"/>
            <a:ext cx="6035040" cy="1609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percent and completed count show run state.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Elapsed, remaining, current, and next help with monitoring.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Messages show live steps, validation results, and failures.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Clear, Copy, Save, and Errors help with troubleshooting and sharing logs.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And Report Output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desktop is isolated to prevent screenshot and log overwrite.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aryan.a\OneDrive - HCL TECHNOLOGIES LIMITED\Meetings\Documents\New project\documentation\assets\evidence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99516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353312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65592" y="149961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Screenshots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65592" y="181051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Pass/fail PNG evidence with overlay.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01000" y="23317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65592" y="24780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JSON Logs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165592" y="278892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Step-by-step testcase and suite execution logs.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01000" y="3310128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345643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Manifest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165592" y="376732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Latest result index used by preview, recovery, and report generation.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001000" y="4288536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65592" y="4434840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Word Report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165592" y="47457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Client-friendly report generated from latest valid screenshots.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is local and fast; AI is used only as fallback when configured.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4650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Capture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2057400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Screenshot with overlay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1965960"/>
            <a:ext cx="320040" cy="256032"/>
          </a:xfrm>
          <a:prstGeom prst="chevron">
            <a:avLst/>
          </a:prstGeom>
          <a:solidFill>
            <a:srgbClr val="1173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16002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74650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OCR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36392" y="2057400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Validate expected text locally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92040" y="1965960"/>
            <a:ext cx="320040" cy="256032"/>
          </a:xfrm>
          <a:prstGeom prst="chevron">
            <a:avLst/>
          </a:prstGeom>
          <a:solidFill>
            <a:srgbClr val="1173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6002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74650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AI Fallback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76672" y="2057400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Only if OCR is inconclusive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0" y="1965960"/>
            <a:ext cx="320040" cy="256032"/>
          </a:xfrm>
          <a:prstGeom prst="chevron">
            <a:avLst/>
          </a:prstGeom>
          <a:solidFill>
            <a:srgbClr val="1173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16002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174650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Retry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16952" y="2057400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Where testcase supports 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372600" y="1965960"/>
            <a:ext cx="320040" cy="256032"/>
          </a:xfrm>
          <a:prstGeom prst="chevron">
            <a:avLst/>
          </a:prstGeom>
          <a:solidFill>
            <a:srgbClr val="1173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0" y="16002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57232" y="174650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Manifest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57232" y="2057400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Save final pass/fail state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10607040" cy="1207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key is not packaged in the release and is saved per Windows user.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Key dialog masks the value, tests connectivity, and can clear the saved key.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corporate network blocks OpenAI, screenshots and logs remain available for manual review.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 Flows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Certain desktop types have conditional behavior.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Ring0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Applist validation is skipped where applicable while the rest of the run continues.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47218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Silo 43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53712" y="1783080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Oracle PATH, NICE variables, VLS warning, prod.dvfs.com ping, and BAD folder checks run only for Silo 43.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92440" y="13258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47218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Zscaler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57032" y="1783080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Mandatory and post-complete Zscaler evidence has dedicated validation and recovery paths.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39242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Office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" y="3703320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PowerPoint launch evidence is used to reduce runtime and avoid Word/Excel instability.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32461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339242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Browser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53712" y="3703320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Google/Yahoo and Edge policy/sync flows are optimized in suite execution while standalone runs remain intact.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92440" y="32461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339242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Command Session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57032" y="3703320"/>
            <a:ext cx="3145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Hostname/IP, Edge, WebView, and Applist can share command context in Complete Testing for speed.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How-To Kit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daily operator flow.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66928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Open the target Citrix Desktop Viewer and keep it signed in.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Enter the exact desktop title in Citrix Desktop Name.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Confirm Evidence Root.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Click Run All for Complete Testing, or use a smaller suite/run selected.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Avoid interacting with Citrix while automation runs.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Review Run Monitor, Execution Messages, Evidence Preview, and Recovery.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Download or rebuild the Word report before sharing.</a:t>
            </a:r>
            <a:endParaRPr lang="en-US" sz="1500" dirty="0"/>
          </a:p>
        </p:txBody>
      </p:sp>
      <p:pic>
        <p:nvPicPr>
          <p:cNvPr id="6" name="Image 0" descr="C:\Users\aryan.a\OneDrive - HCL TECHNOLOGIES LIMITED\Meetings\Documents\New project\documentation\assets\main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34440"/>
            <a:ext cx="507492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20840" y="4315968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4462272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Golden Rule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85432" y="4773168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If one item fails, rerun that specific testcase first. Do not repeat the full suite unless the desktop context is invalid.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Things To Keep In Mind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guardrails for reliable evidence.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241280" cy="24140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exact desktop names. This is the most important targeting control.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resize, click, or type inside Citrix during automation.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inactive scheduled desktops from logging out before using batch schedule.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Build Doc after reruns so report status reflects the latest manifest.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share API keys in chat or email. Use AI Key setup per machine.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support, share app version, desktop name, screenshot, JSON log, and UI execution log.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2396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Citrix Test Automation Runner v2.0.0 |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HCL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Citrix Test Automation Runner Overview</dc:title>
  <dc:subject>Tool overview and how-to kit</dc:subject>
  <dc:creator>Citrix Test Automation Runner</dc:creator>
  <cp:lastModifiedBy>Citrix Test Automation Runner</cp:lastModifiedBy>
  <cp:revision>1</cp:revision>
  <dcterms:created xsi:type="dcterms:W3CDTF">2026-06-26T11:57:02Z</dcterms:created>
  <dcterms:modified xsi:type="dcterms:W3CDTF">2026-06-26T11:57:02Z</dcterms:modified>
</cp:coreProperties>
</file>